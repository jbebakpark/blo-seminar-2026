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66B3"/>
                </a:solidFill>
              </a:rPr>
              <a:t>SAMSUNG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66B3"/>
                </a:solidFill>
              </a:rPr>
              <a:t>삼성생명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6400800" cy="548640"/>
          </a:xfrm>
          <a:prstGeom prst="rect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2030 BUSINESS LIVE 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02 2026 February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인류의 새로운 도전,
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D700"/>
                </a:solidFill>
              </a:rPr>
              <a:t>우주 탐사와 그 너머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8EA"/>
                </a:solidFill>
              </a:rPr>
              <a:t>이제 우주는 단순한 과학의 영역이 아닌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8D8EA"/>
                </a:solidFill>
              </a:rPr>
              <a:t>에너지, 자원, 기술, 그리고 인류의 생존이 교차하는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8D8EA"/>
                </a:solidFill>
              </a:rPr>
              <a:t>거대한 도전이자 미래입니다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460"/>
                </a:solidFill>
              </a:rPr>
              <a:t>세미나 개요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66B3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603504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F3460"/>
                          </a:solidFill>
                        </a:rPr>
                        <a:t>일시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6B6B"/>
                          </a:solidFill>
                        </a:rPr>
                        <a:t>2026년 2월 24일(화) 오전 07:30 ~ 09:00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F3460"/>
                          </a:solidFill>
                        </a:rPr>
                        <a:t>주제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인류의 새로운 도전, 우주 탐사와 그 너머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F3460"/>
                          </a:solidFill>
                        </a:rPr>
                        <a:t>강사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강성주 박사 (천체물리학자, 130만 유튜브 크리에이터)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474720"/>
            <a:ext cx="7680960" cy="18288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365760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민간 기업과 기술 혁신이 결합되어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새로운 산업과 기회의 무대로 재편되는 우주.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2월 2030 Business Live ON은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강성주 박사와 함께 무한한 가능성이 담긴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우주탐사의 현재와 그 너머를 살펴봅니다.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D700"/>
                </a:solidFill>
              </a:rPr>
              <a:t>강사 소개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700"/>
                </a:solidFill>
              </a:rPr>
              <a:t>강성주 박사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8D8EA"/>
                </a:solidFill>
              </a:rPr>
              <a:t>천체물리학자 / 과학 크리에이터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71600" y="2560320"/>
            <a:ext cx="6400800" cy="3108960"/>
          </a:xfrm>
          <a:prstGeom prst="rect">
            <a:avLst/>
          </a:prstGeom>
          <a:solidFill>
            <a:srgbClr val="1E3C72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7432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⭐ 130만 과학전문 유튜브채널 &lt;안될과학&gt; 크리에이터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329184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⭐ 국제천문연맹(IAU) 정회원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384048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⭐ 미국천문학회(AAS) 정회원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438912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⭐ 한국천문학회/한국천문올림피아드 운영위원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49377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⭐ 미국 아이오와주립대학 천체물리학 박사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460"/>
                </a:solidFill>
              </a:rPr>
              <a:t>신청 방법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66B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460"/>
                </a:solidFill>
              </a:rPr>
              <a:t>🍽️ 조찬세미나 신청하기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7680960" cy="2926080"/>
        </p:xfrm>
        <a:graphic>
          <a:graphicData uri="http://schemas.openxmlformats.org/drawingml/2006/table">
            <a:tbl>
              <a:tblPr/>
              <a:tblGrid>
                <a:gridCol w="1645920"/>
                <a:gridCol w="603504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3460"/>
                          </a:solidFill>
                        </a:rPr>
                        <a:t>신청 기간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6B6B"/>
                          </a:solidFill>
                        </a:rPr>
                        <a:t>2/19(목) 17시까지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3460"/>
                          </a:solidFill>
                        </a:rPr>
                        <a:t>신청 방법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박재박 팀장 010-5137-2327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3460"/>
                          </a:solidFill>
                        </a:rPr>
                        <a:t>조찬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06:30 ~ 07:20 (삼성금융캠퍼스 B2F 카페테리아)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3460"/>
                          </a:solidFill>
                        </a:rPr>
                        <a:t>세미나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07:30 ~ 09:00 (삼성금융캠퍼스 B2F 비전홀)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3460"/>
                          </a:solidFill>
                        </a:rPr>
                        <a:t>장소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서울특별시 서초구 사임당로 23길 27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029200"/>
            <a:ext cx="7680960" cy="731520"/>
          </a:xfrm>
          <a:prstGeom prst="rect">
            <a:avLst/>
          </a:prstGeom>
          <a:solidFill>
            <a:srgbClr val="FFF9E6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51206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※ 오프라인 참석시 프리미엄 조찬 및 네트워킹 기회 제공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460"/>
                </a:solidFill>
              </a:rPr>
              <a:t>신청 방법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66B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</a:rPr>
              <a:t>💻 온라인 강연 시청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7680960" cy="2926080"/>
        </p:xfrm>
        <a:graphic>
          <a:graphicData uri="http://schemas.openxmlformats.org/drawingml/2006/table">
            <a:tbl>
              <a:tblPr/>
              <a:tblGrid>
                <a:gridCol w="1645920"/>
                <a:gridCol w="60350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3460"/>
                          </a:solidFill>
                        </a:rPr>
                        <a:t>신청 기간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6B6B"/>
                          </a:solidFill>
                        </a:rPr>
                        <a:t>1/28(수) 14시 이후 신청 가능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3460"/>
                          </a:solidFill>
                        </a:rPr>
                        <a:t>시청 시간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2026.2.24(화) 오전 7:30~9:00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※ 7:15분부터 접속 가능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3460"/>
                          </a:solidFill>
                        </a:rPr>
                        <a:t>신청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www.samsung2030blo.com 접속 &gt; 신청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※ 1회 신청 시 26년 12월까지 시청 가능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3460"/>
                          </a:solidFill>
                        </a:rPr>
                        <a:t>참석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www.samsung2030blo.com 접속 &gt; ID 입력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※ ID : D-4일 문자 안내 예정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www.samsung2030blo.com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460"/>
                </a:solidFill>
              </a:rPr>
              <a:t>참여 혜택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066B3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3657600" cy="2011680"/>
          </a:xfrm>
          <a:prstGeom prst="rect">
            <a:avLst/>
          </a:prstGeom>
          <a:solidFill>
            <a:srgbClr val="E8F4FD"/>
          </a:solidFill>
          <a:ln w="254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🍳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460"/>
                </a:solidFill>
              </a:rPr>
              <a:t>프리미엄 조찬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삼성금융캠퍼스 B2F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특별 조찬 제공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657600" cy="2011680"/>
          </a:xfrm>
          <a:prstGeom prst="rect">
            <a:avLst/>
          </a:prstGeom>
          <a:solidFill>
            <a:srgbClr val="E8F4FD"/>
          </a:solidFill>
          <a:ln w="254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🎥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75488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460"/>
                </a:solidFill>
              </a:rPr>
              <a:t>실시간 온라인 참여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어디서나 편하게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실시간 시청 가능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3657600" cy="2011680"/>
          </a:xfrm>
          <a:prstGeom prst="rect">
            <a:avLst/>
          </a:prstGeom>
          <a:solidFill>
            <a:srgbClr val="E8F4FD"/>
          </a:solidFill>
          <a:ln w="254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40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🤝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460"/>
                </a:solidFill>
              </a:rPr>
              <a:t>프리미엄 네트워킹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5029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오프라인 참석시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교류의 장 제공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3657600"/>
            <a:ext cx="3657600" cy="2011680"/>
          </a:xfrm>
          <a:prstGeom prst="rect">
            <a:avLst/>
          </a:prstGeom>
          <a:solidFill>
            <a:srgbClr val="E8F4FD"/>
          </a:solidFill>
          <a:ln w="254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840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📅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75488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460"/>
                </a:solidFill>
              </a:rPr>
              <a:t>연간 세미나 우선권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5029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1회 신청으로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26년 12월까지 시청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460"/>
                </a:solidFill>
              </a:rPr>
              <a:t>2026년 연간 강의 일정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0066B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2286000"/>
          </a:xfrm>
          <a:prstGeom prst="rect">
            <a:avLst/>
          </a:prstGeom>
          <a:solidFill>
            <a:srgbClr val="F8F9FF"/>
          </a:solidFill>
          <a:ln w="25400">
            <a:solidFill>
              <a:srgbClr val="0066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1분기 - Tech Insight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1/13 [Forum] AI시대, 인간의 판단력은 어디로?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2/24 [Class] 인류의 새로운 도전, 우주 탐사와 그 너머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3/24 [Class] 인간과 로봇이 함께하는 미래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114800" cy="2286000"/>
          </a:xfrm>
          <a:prstGeom prst="rect">
            <a:avLst/>
          </a:prstGeom>
          <a:solidFill>
            <a:srgbClr val="F8F9FF"/>
          </a:solidFill>
          <a:ln w="25400">
            <a:solidFill>
              <a:srgbClr val="0066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88720"/>
            <a:ext cx="4114800" cy="365760"/>
          </a:xfrm>
          <a:prstGeom prst="rect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2분기 - Money Insight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4/21 [Forum] 2030 WM 자산 포트폴리오 전략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194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5/19 [Class] 대한민국 부동산 시장 전망과 투자 전략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743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6/16 [Class] 암호화폐-블록체인 기술과 디지털 경제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4114800" cy="2286000"/>
          </a:xfrm>
          <a:prstGeom prst="rect">
            <a:avLst/>
          </a:prstGeom>
          <a:solidFill>
            <a:srgbClr val="F8F9FF"/>
          </a:solidFill>
          <a:ln w="25400">
            <a:solidFill>
              <a:srgbClr val="0066B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57600"/>
            <a:ext cx="4114800" cy="365760"/>
          </a:xfrm>
          <a:prstGeom prst="rect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3분기 - Human Insight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7/21 [Forum] 세계 축구 명장들을 통해서 본 리더십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8/18 [Class] 리더를 위한 정신과 의사의 조언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212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9/15 [Class] 타인의 마음을 얻는 소통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566160"/>
            <a:ext cx="4114800" cy="2286000"/>
          </a:xfrm>
          <a:prstGeom prst="rect">
            <a:avLst/>
          </a:prstGeom>
          <a:solidFill>
            <a:srgbClr val="F8F9FF"/>
          </a:solidFill>
          <a:ln w="25400">
            <a:solidFill>
              <a:srgbClr val="0066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657600"/>
            <a:ext cx="4114800" cy="365760"/>
          </a:xfrm>
          <a:prstGeom prst="rect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4분기 - 2027년 전망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4114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10/20 [Class] Next transition 2027 : 소비 트렌드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11/17 [Forum] Next transition 2027 : 국제정세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5212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12/15 [Class] Next transition 2027 : 경제/투자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</a:rPr>
              <a:t>세미나 신청 및 문의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2011680"/>
            <a:ext cx="6400800" cy="6400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011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www.samsung2030blo.com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박재박 팀장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</a:rPr>
              <a:t>📱 010-5137-2327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D8EA"/>
                </a:solidFill>
              </a:rPr>
              <a:t>💬 카카오톡 오픈채팅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D8EA"/>
                </a:solidFill>
              </a:rPr>
              <a:t>open.kakao.com/o/s15lHyCh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Great Transition,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대전환의 시대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2743200"/>
            <a:ext cx="7315200" cy="2286000"/>
          </a:xfrm>
          <a:prstGeom prst="rect">
            <a:avLst/>
          </a:prstGeom>
          <a:solidFill>
            <a:srgbClr val="1E3C72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2926080"/>
            <a:ext cx="6766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21세기에 세계를 뒤흔들 인공지능, 에너지, 바이오 헬스케어라는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세 분야의 기술의 진보는 "경계가 사라지는 시대"라는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또 다른 문명적 거대한 변화를 예고합니다.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2026년 2030 Business Live ON과 함께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우리 앞에 예고된 세 가지 기술적 혁명과,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이와 연계된 다른 분야의 새로운 미래를 상상해 보십시오.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8EA"/>
                </a:solidFill>
              </a:rPr>
              <a:t>주체: 삼성생명 WM 사업부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삼성생명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 2월 BLO 세미나 - 인류의 새로운 도전, 우주 탐사와 그 너머</dc:title>
  <dc:subject>2030 Business Live ON</dc:subject>
  <dc:creator>삼성생명 WM사업부</dc:creator>
  <cp:lastModifiedBy>삼성생명 WM사업부</cp:lastModifiedBy>
  <cp:revision>1</cp:revision>
  <dcterms:created xsi:type="dcterms:W3CDTF">2026-01-30T15:14:18Z</dcterms:created>
  <dcterms:modified xsi:type="dcterms:W3CDTF">2026-01-30T15:14:18Z</dcterms:modified>
</cp:coreProperties>
</file>